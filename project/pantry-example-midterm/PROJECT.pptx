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563f18ab-b1c3-e58c-707a-579f62ad4626}">
          <p14:sldIdLst>
            <p14:sldId id="256"/>
          </p14:sldIdLst>
        </p14:section>
        <p14:section name="Part 2 — Pitch" id="{3bd73c7d-6ac5-29d9-350b-e7e3347fe0e3}">
          <p14:sldIdLst>
            <p14:sldId id="257"/>
            <p14:sldId id="258"/>
            <p14:sldId id="259"/>
            <p14:sldId id="260"/>
            <p14:sldId id="261"/>
          </p14:sldIdLst>
        </p14:section>
        <p14:section name="Part 3 — Prototype" id="{97486112-c7ac-920e-37ab-68924d95a8bb}">
          <p14:sldIdLst>
            <p14:sldId id="262"/>
            <p14:sldId id="263"/>
            <p14:sldId id="264"/>
          </p14:sldIdLst>
        </p14:section>
        <p14:section name="Part 3 — API design" id="{90bc2dbf-8dcb-ab71-c50e-a785d6b3016f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sample midterm project. It follows Part 3 of PROJECT_v3.pdf, and Part 2 (the pitch) is kept as the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6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6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F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Pantry · midterm example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F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 Pantry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6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Midterm: front-end prototype and API design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9C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ITWS 2110 · Fri 10/30 · Section 0_ · Team: example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Pitch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6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for, what we store, the five endpoints, the two pages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F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457200" y="201168"/>
            <a:ext cx="2057400" cy="256032"/>
          </a:xfrm>
          <a:prstGeom prst="roundRect">
            <a:avLst>
              <a:gd name="adj" fmla="val 50000"/>
            </a:avLst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chip-text"/>
          <p:cNvSpPr txBox="1"/>
          <p:nvPr/>
        </p:nvSpPr>
        <p:spPr>
          <a:xfrm>
            <a:off x="457200" y="2011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PITCH · Q1 + Q2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is for, and the problem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325880"/>
            <a:ext cx="4023360" cy="1965960"/>
          </a:xfrm>
          <a:prstGeom prst="roundRect">
            <a:avLst>
              <a:gd name="adj" fmla="val 5581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40080" y="14630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D2B"/>
                </a:solidFill>
              </a:rPr>
              <a:t>1. Who is it for?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</a:rPr>
              <a:t>Current students who share one kitchen on a residence-hall floor. About 30 people, one fridge, one freezer, one cabinet.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4663440" y="1325880"/>
            <a:ext cx="4023360" cy="1965960"/>
          </a:xfrm>
          <a:prstGeom prst="roundRect">
            <a:avLst>
              <a:gd name="adj" fmla="val 5581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4846320" y="14630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D2B"/>
                </a:solidFill>
              </a:rPr>
              <a:t>2. What is the problem?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</a:rPr>
              <a:t>Nobody can see what is in the kitchen. Food is bought twice, goes off at the back, and is thrown out on clean-out day.</a:t>
            </a:r>
            <a:endParaRPr lang="en-US" sz="1700" dirty="0"/>
          </a:p>
        </p:txBody>
      </p:sp>
      <p:sp>
        <p:nvSpPr>
          <p:cNvPr id="9" name="fix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520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134"/>
                </a:solidFill>
              </a:rPr>
              <a:t>Our fix: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one list everyone can see. Add what you put in. The list shows what goes off first.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457200" y="201168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chip-text"/>
          <p:cNvSpPr txBox="1"/>
          <p:nvPr/>
        </p:nvSpPr>
        <p:spPr>
          <a:xfrm>
            <a:off x="457200" y="2011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PITCH · Q2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resource: an item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3D2B"/>
                </a:solidFill>
              </a:rPr>
              <a:t>One item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</a:rPr>
              <a:t>is one thing a resident put in the kitchen.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F2A24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</a:rPr>
              <a:t>Each item belongs to the resident who added it.</a:t>
            </a:r>
            <a:endParaRPr lang="en-US" sz="16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32588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amount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location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best_before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2026-11-02 (optional)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shelf, door side. (optional)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457200" y="201168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chip-text"/>
          <p:cNvSpPr txBox="1"/>
          <p:nvPr/>
        </p:nvSpPr>
        <p:spPr>
          <a:xfrm>
            <a:off x="457200" y="2011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PITCH · Q3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API endpoints</a:t>
            </a:r>
            <a:endParaRPr lang="en-US" sz="2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and path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may call 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/api/items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/api/items/{id}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/api/items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 /api/items/{id}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owner, or the RA (admin)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/api/items/{id}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RA (admin)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457200" y="201168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chip-text"/>
          <p:cNvSpPr txBox="1"/>
          <p:nvPr/>
        </p:nvSpPr>
        <p:spPr>
          <a:xfrm>
            <a:off x="457200" y="2011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PITCH · Q4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pages that matter most</a:t>
            </a:r>
            <a:endParaRPr lang="en-US" sz="2800" dirty="0"/>
          </a:p>
        </p:txBody>
      </p:sp>
      <p:pic>
        <p:nvPicPr>
          <p:cNvPr id="5" name="shot-shelf" descr="The shelf page: eight item cards with filter butt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840480" cy="2651760"/>
          </a:xfrm>
          <a:prstGeom prst="rect">
            <a:avLst/>
          </a:prstGeom>
        </p:spPr>
      </p:pic>
      <p:pic>
        <p:nvPicPr>
          <p:cNvPr id="6" name="shot-item" descr="The item page for Frozen dumplings, with a Use some 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3840480" cy="19568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D2B"/>
                </a:solidFill>
              </a:rPr>
              <a:t>1. The shelf  </a:t>
            </a:r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</a:rPr>
              <a:t>Everything in the kitchen. What goes off first is at the top.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846320" y="3383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D2B"/>
                </a:solidFill>
              </a:rPr>
              <a:t>2. An item  </a:t>
            </a:r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</a:rPr>
              <a:t>How much is left, when it goes off, and whose it 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 — Prototype and API design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6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Fri 10/30. Two parts, graded separately: the prototype, and the API design.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F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457200" y="201168"/>
            <a:ext cx="1399032" cy="256032"/>
          </a:xfrm>
          <a:prstGeom prst="roundRect">
            <a:avLst>
              <a:gd name="adj" fmla="val 50000"/>
            </a:avLst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chip-text"/>
          <p:cNvSpPr txBox="1"/>
          <p:nvPr/>
        </p:nvSpPr>
        <p:spPr>
          <a:xfrm>
            <a:off x="457200" y="201168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PROTOTYPE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prototype: what is due, and where it is</a:t>
            </a:r>
            <a:endParaRPr lang="en-US" sz="28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PDF asks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watch serves the prototype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docker-compose.yml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two key pages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web/src/pages/ShelfPage.jsx, ItemPage.jsx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way to move between them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web/src/App.jsx (React Router)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one working 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web/src/components/ItemForm.jsx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module for all data, shaped like the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web/src/api.js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un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 </a:t>
            </a:r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pPr indent="0" marL="0">
              <a:buNone/>
            </a:pPr>
            <a:r>
              <a:rPr lang="en-US" sz="15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then   </a:t>
            </a:r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watch</a:t>
            </a:r>
            <a:pPr indent="0" marL="0">
              <a:buNone/>
            </a:pPr>
            <a:r>
              <a:rPr lang="en-US" sz="15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localhost:5181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457200" y="201168"/>
            <a:ext cx="1399032" cy="256032"/>
          </a:xfrm>
          <a:prstGeom prst="roundRect">
            <a:avLst>
              <a:gd name="adj" fmla="val 50000"/>
            </a:avLst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chip-text"/>
          <p:cNvSpPr txBox="1"/>
          <p:nvPr/>
        </p:nvSpPr>
        <p:spPr>
          <a:xfrm>
            <a:off x="457200" y="201168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PROTOTYPE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pages, all on fake data</a:t>
            </a:r>
            <a:endParaRPr lang="en-US" sz="2800" dirty="0"/>
          </a:p>
        </p:txBody>
      </p:sp>
      <p:sp>
        <p:nvSpPr>
          <p:cNvPr id="5" name="num-1"/>
          <p:cNvSpPr/>
          <p:nvPr/>
        </p:nvSpPr>
        <p:spPr>
          <a:xfrm>
            <a:off x="457200" y="1353312"/>
            <a:ext cx="457200" cy="457200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28016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</a:rPr>
              <a:t>Shelf  </a:t>
            </a:r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</a:rPr>
              <a:t>The list, with filters. Works on a phone.</a:t>
            </a:r>
            <a:endParaRPr lang="en-US" sz="1600" dirty="0"/>
          </a:p>
        </p:txBody>
      </p:sp>
      <p:sp>
        <p:nvSpPr>
          <p:cNvPr id="8" name="num-2"/>
          <p:cNvSpPr/>
          <p:nvPr/>
        </p:nvSpPr>
        <p:spPr>
          <a:xfrm>
            <a:off x="457200" y="2084832"/>
            <a:ext cx="457200" cy="457200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01168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</a:rPr>
              <a:t>Item  </a:t>
            </a:r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/items/1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</a:rPr>
              <a:t>One item, its owner and its dates.</a:t>
            </a:r>
            <a:endParaRPr lang="en-US" sz="1600" dirty="0"/>
          </a:p>
        </p:txBody>
      </p:sp>
      <p:sp>
        <p:nvSpPr>
          <p:cNvPr id="11" name="num-3"/>
          <p:cNvSpPr/>
          <p:nvPr/>
        </p:nvSpPr>
        <p:spPr>
          <a:xfrm>
            <a:off x="457200" y="2816352"/>
            <a:ext cx="457200" cy="457200"/>
          </a:xfrm>
          <a:prstGeom prst="ellipse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4320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</a:rPr>
              <a:t>Add / edit  </a:t>
            </a:r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/items/new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</a:rPr>
              <a:t>The form. Error messages next to each field.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</a:rPr>
              <a:t>Red = the two key pages</a:t>
            </a:r>
            <a:endParaRPr lang="en-US" sz="1000" dirty="0"/>
          </a:p>
        </p:txBody>
      </p:sp>
      <p:sp>
        <p:nvSpPr>
          <p:cNvPr id="15" name="card"/>
          <p:cNvSpPr/>
          <p:nvPr/>
        </p:nvSpPr>
        <p:spPr>
          <a:xfrm>
            <a:off x="457200" y="3703320"/>
            <a:ext cx="5852160" cy="868680"/>
          </a:xfrm>
          <a:prstGeom prst="roundRect">
            <a:avLst>
              <a:gd name="adj" fmla="val 12632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16" name="card-text"/>
          <p:cNvSpPr txBox="1"/>
          <p:nvPr/>
        </p:nvSpPr>
        <p:spPr>
          <a:xfrm>
            <a:off x="640080" y="38404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3D2B"/>
                </a:solidFill>
              </a:rPr>
              <a:t>No log in yet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</a:rPr>
              <a:t>The app acts as Alex, a resident. Log in comes in week 12.</a:t>
            </a:r>
            <a:endParaRPr lang="en-US" sz="1500" dirty="0"/>
          </a:p>
        </p:txBody>
      </p:sp>
      <p:pic>
        <p:nvPicPr>
          <p:cNvPr id="17" name="shot-form" descr="The add-item form on a phone, showing two error mess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188720"/>
            <a:ext cx="1627632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457200" y="201168"/>
            <a:ext cx="2167128" cy="256032"/>
          </a:xfrm>
          <a:prstGeom prst="roundRect">
            <a:avLst>
              <a:gd name="adj" fmla="val 50000"/>
            </a:avLst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chip-text"/>
          <p:cNvSpPr txBox="1"/>
          <p:nvPr/>
        </p:nvSpPr>
        <p:spPr>
          <a:xfrm>
            <a:off x="457200" y="201168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A · THE RESOURCE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The resource: items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</a:rPr>
              <a:t>One row per thing a resident put in the kitchen. Belongs to a user.</a:t>
            </a:r>
            <a:endParaRPr lang="en-US" sz="13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91440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by the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owner; set from the login, never from the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most 80 characters; no two of yours with the same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amount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9999, at most 2 decimal places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of: items, g, kg, ml,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of: fridge, freezer, cabinet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best_before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date like 2026-10-30, or 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most 500 characters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created_at, updated_at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by the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457200" y="201168"/>
            <a:ext cx="2167128" cy="256032"/>
          </a:xfrm>
          <a:prstGeom prst="roundRect">
            <a:avLst>
              <a:gd name="adj" fmla="val 50000"/>
            </a:avLst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chip-text"/>
          <p:cNvSpPr txBox="1"/>
          <p:nvPr/>
        </p:nvSpPr>
        <p:spPr>
          <a:xfrm>
            <a:off x="457200" y="201168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A · THE RESOURCE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fields the API works out for you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</a:rPr>
              <a:t>They are not stored. The API works them out each time, so they are never out of date.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57200" y="17830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7" name="card-text"/>
          <p:cNvSpPr txBox="1"/>
          <p:nvPr/>
        </p:nvSpPr>
        <p:spPr>
          <a:xfrm>
            <a:off x="640080" y="19202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D2B"/>
                </a:solidFill>
              </a:rPr>
              <a:t>status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</a:rPr>
              <a:t>expired, due soon (5 days or less), fresh, or no date.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3268980" y="17830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9" name="card-text"/>
          <p:cNvSpPr txBox="1"/>
          <p:nvPr/>
        </p:nvSpPr>
        <p:spPr>
          <a:xfrm>
            <a:off x="3451860" y="19202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D2B"/>
                </a:solidFill>
              </a:rPr>
              <a:t>days_left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</a:rPr>
              <a:t>Days until the best-before date. Below zero once it has passed.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6080760" y="17830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11" name="card-text"/>
          <p:cNvSpPr txBox="1"/>
          <p:nvPr/>
        </p:nvSpPr>
        <p:spPr>
          <a:xfrm>
            <a:off x="6263640" y="19202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D2B"/>
                </a:solidFill>
              </a:rPr>
              <a:t>owner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</a:rPr>
              <a:t>The owner's id and name. Empty if the owner's account was deleted.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457200" y="201168"/>
            <a:ext cx="2167128" cy="256032"/>
          </a:xfrm>
          <a:prstGeom prst="roundRect">
            <a:avLst>
              <a:gd name="adj" fmla="val 50000"/>
            </a:avLst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chip-text"/>
          <p:cNvSpPr txBox="1"/>
          <p:nvPr/>
        </p:nvSpPr>
        <p:spPr>
          <a:xfrm>
            <a:off x="457200" y="201168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A · THE RESOURCE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may do what</a:t>
            </a:r>
            <a:endParaRPr lang="en-US" sz="28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owner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RA (admin)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List, show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401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401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403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401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403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403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3"/>
                </a:solidFill>
              </a:rPr>
              <a:t>The pages hide buttons you may not use. The API still checks, and answers 401 or 403.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457200" y="201168"/>
            <a:ext cx="1837944" cy="256032"/>
          </a:xfrm>
          <a:prstGeom prst="roundRect">
            <a:avLst>
              <a:gd name="adj" fmla="val 50000"/>
            </a:avLst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chip-text"/>
          <p:cNvSpPr txBox="1"/>
          <p:nvPr/>
        </p:nvSpPr>
        <p:spPr>
          <a:xfrm>
            <a:off x="457200" y="2011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B · ENDPOINTS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The five endpoints</a:t>
            </a:r>
            <a:endParaRPr lang="en-US" sz="28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051560"/>
                <a:gridCol w="2377440"/>
                <a:gridCol w="146304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/api/items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filters: location, status,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a list of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/api/items/{id}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the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/api/items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amount, unit, location (+ best_before, notes)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the new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401, 422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 /api/items/{id}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or 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of the six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the updated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401, 403, 404, 422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/api/items/{id}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204, no 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401, 403, 404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</a:rPr>
              <a:t>Base path /api. Every item comes back with all its fields, plus status, days_left and owner.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457200" y="201168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chip-text"/>
          <p:cNvSpPr txBox="1"/>
          <p:nvPr/>
        </p:nvSpPr>
        <p:spPr>
          <a:xfrm>
            <a:off x="457200" y="2011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C · ERRORS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Errors</a:t>
            </a:r>
            <a:endParaRPr lang="en-US" sz="28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 is logged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"message": "Unauthenticated." 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the owner or the RA (update)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"message": "Only the owner or the RA can change this item." 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the RA (delete)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"message": "Only the RA can remove items from the shelf." 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such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"message": "No item with id 99." 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input broke a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"message": "The name is required.",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"errors": { "name": ["The name is required."] } 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457200" y="201168"/>
            <a:ext cx="1069848" cy="256032"/>
          </a:xfrm>
          <a:prstGeom prst="roundRect">
            <a:avLst>
              <a:gd name="adj" fmla="val 50000"/>
            </a:avLst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" name="chip-text"/>
          <p:cNvSpPr txBox="1"/>
          <p:nvPr/>
        </p:nvSpPr>
        <p:spPr>
          <a:xfrm>
            <a:off x="457200" y="20116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IN LAB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choices, and why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4008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3D2B"/>
                </a:solidFill>
              </a:rPr>
              <a:t>Why is amount required, but not best-before?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</a:rPr>
              <a:t>Every item has an amount. Salt and coffee have no real date, and a made-up one breaks the "due soon" list.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484632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3D2B"/>
                </a:solidFill>
              </a:rPr>
              <a:t>Why can only the RA delete?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</a:rPr>
              <a:t>The food is really in the fridge. Owners set the amount to 0 instead, and the RA clears it on clean-out day.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640080" y="310896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3D2B"/>
                </a:solidFill>
              </a:rPr>
              <a:t>What happens to a user's items when the user is deleted?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</a:rPr>
              <a:t>They stay, marked "Former resident", and go on the RA's clean-out list. The food is still there.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12" name="card-text"/>
          <p:cNvSpPr txBox="1"/>
          <p:nvPr/>
        </p:nvSpPr>
        <p:spPr>
          <a:xfrm>
            <a:off x="4846320" y="310896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3D2B"/>
                </a:solidFill>
              </a:rPr>
              <a:t>Why is user_id not in the form?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</a:rPr>
              <a:t>It comes from the login. Otherwise you could add food in someone else's name.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or Pantry">
  <a:themeElements>
    <a:clrScheme name="Floor Pantry">
      <a:dk1>
        <a:srgbClr val="1F2A24"/>
      </a:dk1>
      <a:lt1>
        <a:srgbClr val="FFFFFF"/>
      </a:lt1>
      <a:dk2>
        <a:srgbClr val="1F3D2B"/>
      </a:dk2>
      <a:lt2>
        <a:srgbClr val="EAF2E3"/>
      </a:lt2>
      <a:accent1>
        <a:srgbClr val="2E6B45"/>
      </a:accent1>
      <a:accent2>
        <a:srgbClr val="97BC62"/>
      </a:accent2>
      <a:accent3>
        <a:srgbClr val="D9472B"/>
      </a:accent3>
      <a:accent4>
        <a:srgbClr val="F2B134"/>
      </a:accent4>
      <a:accent5>
        <a:srgbClr val="5B6B63"/>
      </a:accent5>
      <a:accent6>
        <a:srgbClr val="C9D8BE"/>
      </a:accent6>
      <a:hlink>
        <a:srgbClr val="2E6B45"/>
      </a:hlink>
      <a:folHlink>
        <a:srgbClr val="5B6B63"/>
      </a:folHlink>
    </a:clrScheme>
    <a:fontScheme name="Floor Pant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Floor Pantry: midterm prototype and API design</dc:title>
  <dc:subject>PptxGenJS Presentation</dc:subject>
  <dc:creator>PptxGenJS</dc:creator>
  <cp:lastModifiedBy>PptxGenJS</cp:lastModifiedBy>
  <cp:revision>1</cp:revision>
  <dcterms:created xsi:type="dcterms:W3CDTF">2026-10-25T14:23:30Z</dcterms:created>
  <dcterms:modified xsi:type="dcterms:W3CDTF">2026-10-25T14:23:30Z</dcterms:modified>
</cp:coreProperties>
</file>